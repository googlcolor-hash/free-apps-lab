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Free Apps Intelligence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Обзор каталога бесплатных приложений</a:t>
            </a:r>
          </a:p>
          <a:p>
            <a:r>
              <a:t>Источник: awesome-free-apps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базы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Единая схема данных для приложений (id, category, platforms, flags, source).</a:t>
            </a:r>
          </a:p>
          <a:p>
            <a:r>
              <a:t>Артефакты: JSON/CSV + интерактивный web-каталог + аналитические срезы.</a:t>
            </a:r>
          </a:p>
          <a:p>
            <a:r>
              <a:t>Навигация по категориям, платформам и open-source/recommended признакам.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приложений: 654</a:t>
            </a:r>
          </a:p>
          <a:p>
            <a:r>
              <a:t>Open Source = true: 0</a:t>
            </a:r>
          </a:p>
          <a:p>
            <a:r>
              <a:t>Recommended = true: 0</a:t>
            </a:r>
          </a:p>
          <a:p>
            <a:r>
              <a:t>Топ категорий: нет данных</a:t>
            </a:r>
          </a:p>
          <a:p>
            <a:r>
              <a:t>Топ платформ: нет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Быстрый подбор бесплатного инструмента под задачу команды.</a:t>
            </a:r>
          </a:p>
          <a:p>
            <a:r>
              <a:t>Сравнение категорий и платформ для стандартизации внутреннего стека.</a:t>
            </a:r>
          </a:p>
          <a:p>
            <a:r>
              <a:t>Формирование shortlist для пилотов без лицензионных затрат.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Автообновление данных по расписанию из upstream-репозитория.</a:t>
            </a:r>
          </a:p>
          <a:p>
            <a:r>
              <a:t>Скоринг приложений (активность, стабильность, community signals).</a:t>
            </a:r>
          </a:p>
          <a:p>
            <a:r>
              <a:t>Экспорт коротких рекомендаций под роли: dev/design/ops/marketing.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